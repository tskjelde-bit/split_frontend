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45736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Snyteklut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828800" cy="36576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Verdighet i hverdagen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Forretningsplan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Spesialisert hygieneproduksjon for rusrehabiliteringsinstitusjoner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45736"/>
            <a:ext cx="914400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5625"/>
            </a:avLst>
          </a:prstGeom>
          <a:solidFill>
            <a:srgbClr val="C17F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usynlig problem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Pasienter i rusrehabilitering med nasal substansbruk sliter med kroniske neseblødninger og nasal utflod.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Papirtørkler løser seg opp i kontakt med blod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Vanlige kluter mangler antibakteriell beskyttelse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Gjentatt bruk av uegnede produkter forverrer skader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eksisterende produkter er utviklet for dette behovet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914400"/>
            <a:ext cx="3474720" cy="3291840"/>
          </a:xfrm>
          <a:prstGeom prst="roundRect">
            <a:avLst>
              <a:gd name="adj" fmla="val 416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52400" dist="508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0" y="12801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400+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530352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institusjoner i Norge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2880360"/>
            <a:ext cx="1645920" cy="27432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3017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mangler spesialiserte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hygieneprodukter for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nasal rehabilitering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36576" cy="457200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"Det finnes ingen verdige alternativer for pasienter som blør fra nesen daglig."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45736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5625"/>
            </a:avLst>
          </a:prstGeom>
          <a:solidFill>
            <a:srgbClr val="C17F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LOSNINGEN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Snyteklut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Spesialutviklet for verdighet og funksjon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2D2D3A"/>
          </a:solidFill>
          <a:ln w="9525">
            <a:solidFill>
              <a:srgbClr val="8B5E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920240"/>
            <a:ext cx="411480" cy="41148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Bambusviskose / TENCEL™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blanding for optimal mykhet og holdbarhet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78308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2D2D3A"/>
          </a:solidFill>
          <a:ln w="9525">
            <a:solidFill>
              <a:srgbClr val="8B5E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920240"/>
            <a:ext cx="411480" cy="41148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Antibakteriell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Naturlig antibakteriell effekt fra bambusfiber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178308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2D2D3A"/>
          </a:solidFill>
          <a:ln w="9525">
            <a:solidFill>
              <a:srgbClr val="8B5E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920240"/>
            <a:ext cx="411480" cy="41148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vask ved 60°C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Industriell vaskbar uten kvalitetstap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2D2D3A"/>
          </a:solidFill>
          <a:ln w="9525">
            <a:solidFill>
              <a:srgbClr val="8B5E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383280"/>
            <a:ext cx="411480" cy="41148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mer absorberende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114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 tradisjonell bomull, håndterer blod og slim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324612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2D2D3A"/>
          </a:solidFill>
          <a:ln w="9525">
            <a:solidFill>
              <a:srgbClr val="8B5E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3383280"/>
            <a:ext cx="411480" cy="41148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Mørke farger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4114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Skjuler blodflekker — reduserer stigma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45736"/>
            <a:ext cx="914400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5625"/>
            </a:avLst>
          </a:prstGeom>
          <a:solidFill>
            <a:srgbClr val="C17F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Markedsmulighet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5.8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MNOK — Norge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Estimert markedsverdi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8B5E3C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24612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MNOK — Norden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Ekspansjonsmål år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 (antall institusjoner)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Døgnrehab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65960" y="3145536"/>
            <a:ext cx="3657600" cy="182880"/>
          </a:xfrm>
          <a:prstGeom prst="roundRect">
            <a:avLst>
              <a:gd name="adj" fmla="val 20000"/>
            </a:avLst>
          </a:prstGeom>
          <a:solidFill>
            <a:srgbClr val="D4C4B0"/>
          </a:solidFill>
          <a:ln/>
        </p:spPr>
      </p:sp>
      <p:sp>
        <p:nvSpPr>
          <p:cNvPr id="19" name="Shape 17"/>
          <p:cNvSpPr/>
          <p:nvPr/>
        </p:nvSpPr>
        <p:spPr>
          <a:xfrm>
            <a:off x="1965960" y="3145536"/>
            <a:ext cx="1761067" cy="182880"/>
          </a:xfrm>
          <a:prstGeom prst="roundRect">
            <a:avLst>
              <a:gd name="adj" fmla="val 20000"/>
            </a:avLst>
          </a:prstGeom>
          <a:solidFill>
            <a:srgbClr val="8B5E3C"/>
          </a:solidFill>
          <a:ln/>
        </p:spPr>
      </p:sp>
      <p:sp>
        <p:nvSpPr>
          <p:cNvPr id="20" name="Text 18"/>
          <p:cNvSpPr/>
          <p:nvPr/>
        </p:nvSpPr>
        <p:spPr>
          <a:xfrm>
            <a:off x="3818467" y="3108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502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Poliklinikker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65960" y="3538728"/>
            <a:ext cx="3657600" cy="182880"/>
          </a:xfrm>
          <a:prstGeom prst="roundRect">
            <a:avLst>
              <a:gd name="adj" fmla="val 20000"/>
            </a:avLst>
          </a:prstGeom>
          <a:solidFill>
            <a:srgbClr val="D4C4B0"/>
          </a:solidFill>
          <a:ln/>
        </p:spPr>
      </p:sp>
      <p:sp>
        <p:nvSpPr>
          <p:cNvPr id="23" name="Shape 21"/>
          <p:cNvSpPr/>
          <p:nvPr/>
        </p:nvSpPr>
        <p:spPr>
          <a:xfrm>
            <a:off x="1965960" y="3538728"/>
            <a:ext cx="3657600" cy="182880"/>
          </a:xfrm>
          <a:prstGeom prst="roundRect">
            <a:avLst>
              <a:gd name="adj" fmla="val 20000"/>
            </a:avLst>
          </a:prstGeom>
          <a:solidFill>
            <a:srgbClr val="C17F59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0" y="3502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95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Kommunale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65960" y="3931920"/>
            <a:ext cx="3657600" cy="182880"/>
          </a:xfrm>
          <a:prstGeom prst="roundRect">
            <a:avLst>
              <a:gd name="adj" fmla="val 20000"/>
            </a:avLst>
          </a:prstGeom>
          <a:solidFill>
            <a:srgbClr val="D4C4B0"/>
          </a:solidFill>
          <a:ln/>
        </p:spPr>
      </p:sp>
      <p:sp>
        <p:nvSpPr>
          <p:cNvPr id="27" name="Shape 25"/>
          <p:cNvSpPr/>
          <p:nvPr/>
        </p:nvSpPr>
        <p:spPr>
          <a:xfrm>
            <a:off x="1965960" y="3931920"/>
            <a:ext cx="2709333" cy="182880"/>
          </a:xfrm>
          <a:prstGeom prst="roundRect">
            <a:avLst>
              <a:gd name="adj" fmla="val 20000"/>
            </a:avLst>
          </a:prstGeom>
          <a:solidFill>
            <a:srgbClr val="8B5E3C"/>
          </a:solidFill>
          <a:ln/>
        </p:spPr>
      </p:sp>
      <p:sp>
        <p:nvSpPr>
          <p:cNvPr id="28" name="Text 26"/>
          <p:cNvSpPr/>
          <p:nvPr/>
        </p:nvSpPr>
        <p:spPr>
          <a:xfrm>
            <a:off x="4766733" y="3895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288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Fengsler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65960" y="4325112"/>
            <a:ext cx="3657600" cy="182880"/>
          </a:xfrm>
          <a:prstGeom prst="roundRect">
            <a:avLst>
              <a:gd name="adj" fmla="val 20000"/>
            </a:avLst>
          </a:prstGeom>
          <a:solidFill>
            <a:srgbClr val="D4C4B0"/>
          </a:solidFill>
          <a:ln/>
        </p:spPr>
      </p:sp>
      <p:sp>
        <p:nvSpPr>
          <p:cNvPr id="31" name="Shape 29"/>
          <p:cNvSpPr/>
          <p:nvPr/>
        </p:nvSpPr>
        <p:spPr>
          <a:xfrm>
            <a:off x="1965960" y="4325112"/>
            <a:ext cx="758613" cy="182880"/>
          </a:xfrm>
          <a:prstGeom prst="roundRect">
            <a:avLst>
              <a:gd name="adj" fmla="val 20000"/>
            </a:avLst>
          </a:prstGeom>
          <a:solidFill>
            <a:srgbClr val="C17F59"/>
          </a:solidFill>
          <a:ln/>
        </p:spPr>
      </p:sp>
      <p:sp>
        <p:nvSpPr>
          <p:cNvPr id="32" name="Text 30"/>
          <p:cNvSpPr/>
          <p:nvPr/>
        </p:nvSpPr>
        <p:spPr>
          <a:xfrm>
            <a:off x="2816013" y="4288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1417320"/>
            <a:ext cx="2377440" cy="3108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656</a:t>
            </a:r>
            <a:endParaRPr lang="en-US" sz="5200" dirty="0"/>
          </a:p>
        </p:txBody>
      </p:sp>
      <p:sp>
        <p:nvSpPr>
          <p:cNvPr id="36" name="Text 34"/>
          <p:cNvSpPr/>
          <p:nvPr/>
        </p:nvSpPr>
        <p:spPr>
          <a:xfrm>
            <a:off x="640080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institusjoner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0" y="2834640"/>
            <a:ext cx="1463040" cy="18288"/>
          </a:xfrm>
          <a:prstGeom prst="rect">
            <a:avLst/>
          </a:prstGeom>
          <a:solidFill>
            <a:srgbClr val="D4C4B0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3017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B2B-marked</a:t>
            </a:r>
            <a:endParaRPr lang="en-US" sz="1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Offentlige anbud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45736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5625"/>
            </a:avLst>
          </a:prstGeom>
          <a:solidFill>
            <a:srgbClr val="C17F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Forretningsmodell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2D2D3A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1645920"/>
            <a:ext cx="548640" cy="54864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Direktesalg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 til institusjoner via etablerte innkjopskanaler og personlig salg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50876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2D2D3A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645920"/>
            <a:ext cx="548640" cy="54864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Kvartalsvis levering sikrer forutsigbar inntekt og kundelojalitet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2D2D3A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1645920"/>
            <a:ext cx="548640" cy="54864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Offentlige anbud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Registrert pa Doffin for offentlige anskaffelser og rammeavtaler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8B5E3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Enhetsokonomi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kr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1440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Kostnad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3794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0E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47472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kr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347472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Salgspris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3794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0E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03504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03504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Bruttomargin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45736"/>
            <a:ext cx="914400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5625"/>
            </a:avLst>
          </a:prstGeom>
          <a:solidFill>
            <a:srgbClr val="C17F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OKONOMI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Finansielle fremskrivninger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669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977640"/>
            <a:ext cx="5303520" cy="9144"/>
          </a:xfrm>
          <a:prstGeom prst="rect">
            <a:avLst/>
          </a:prstGeom>
          <a:solidFill>
            <a:srgbClr val="D4C4B0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3867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5303520" cy="9144"/>
          </a:xfrm>
          <a:prstGeom prst="rect">
            <a:avLst/>
          </a:prstGeom>
          <a:solidFill>
            <a:srgbClr val="D4C4B0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" y="32735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5303520" cy="9144"/>
          </a:xfrm>
          <a:prstGeom prst="rect">
            <a:avLst/>
          </a:prstGeom>
          <a:solidFill>
            <a:srgbClr val="D4C4B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6791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2194560"/>
            <a:ext cx="5303520" cy="9144"/>
          </a:xfrm>
          <a:prstGeom prst="rect">
            <a:avLst/>
          </a:prstGeom>
          <a:solidFill>
            <a:srgbClr val="D4C4B0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20848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600200"/>
            <a:ext cx="5303520" cy="9144"/>
          </a:xfrm>
          <a:prstGeom prst="rect">
            <a:avLst/>
          </a:prstGeom>
          <a:solidFill>
            <a:srgbClr val="D4C4B0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1490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3407054"/>
            <a:ext cx="1463040" cy="570586"/>
          </a:xfrm>
          <a:prstGeom prst="roundRect">
            <a:avLst>
              <a:gd name="adj" fmla="val 9615"/>
            </a:avLst>
          </a:prstGeom>
          <a:solidFill>
            <a:srgbClr val="8B5E3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8701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4050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2646274"/>
            <a:ext cx="1463040" cy="1331366"/>
          </a:xfrm>
          <a:prstGeom prst="roundRect">
            <a:avLst>
              <a:gd name="adj" fmla="val 4121"/>
            </a:avLst>
          </a:prstGeom>
          <a:solidFill>
            <a:srgbClr val="8B5E3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232623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743200" y="4050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837944"/>
            <a:ext cx="1463040" cy="2139696"/>
          </a:xfrm>
          <a:prstGeom prst="roundRect">
            <a:avLst>
              <a:gd name="adj" fmla="val 3750"/>
            </a:avLst>
          </a:prstGeom>
          <a:solidFill>
            <a:srgbClr val="C17F59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517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54880" y="4050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417320"/>
            <a:ext cx="2286000" cy="306324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Nokkeltal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350K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675120" y="2258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Oppstartskostnad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2496312"/>
            <a:ext cx="1280160" cy="914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75120" y="2898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Mnd til breakeven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49440" y="3136392"/>
            <a:ext cx="1280160" cy="914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540K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75120" y="35387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Overskudd ar 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9440" y="3776472"/>
            <a:ext cx="1280160" cy="914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675120" y="41788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Bruttomargin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45736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5625"/>
            </a:avLst>
          </a:prstGeom>
          <a:solidFill>
            <a:srgbClr val="C17F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FORTRINN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0" y="457200"/>
            <a:ext cx="4572000" cy="457200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Konkurransefortrinn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direkte konkurrenter i markedet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2D2D3A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38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887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Forst i markedet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eksisterende produkter er spesialdesignet for nasal rehabilitering i rusomsorg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82880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2D2D3A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38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4924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Klinisk opprinnelse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286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Utviklet fra reell klinisk erfaring ved Kilevangen bo og rehabilitering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2D2D3A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101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18872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 posisjon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657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Eneste produkt som kombinerer antibakteriell, vaskbar og hudvennlig teknologi for dette formalet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20040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2D2D3A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3101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4924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Faglig nettverk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3657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Sterk tilknytning til rehabiliteringsfeltet gir troverdighet og distribusjonskanaler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45736"/>
            <a:ext cx="914400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5625"/>
            </a:avLst>
          </a:prstGeom>
          <a:solidFill>
            <a:srgbClr val="C17F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MILEPALER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Milepaler og tidslinje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36576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258568"/>
            <a:ext cx="274320" cy="27432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868680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960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Mnd 1–2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Materialvalg, testing, design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5256" y="2103120"/>
            <a:ext cx="18288" cy="274320"/>
          </a:xfrm>
          <a:prstGeom prst="rect">
            <a:avLst/>
          </a:prstGeom>
          <a:solidFill>
            <a:srgbClr val="D4C4B0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2258568"/>
            <a:ext cx="274320" cy="27432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16" name="Shape 14"/>
          <p:cNvSpPr/>
          <p:nvPr/>
        </p:nvSpPr>
        <p:spPr>
          <a:xfrm>
            <a:off x="2148840" y="2788920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4884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Mnd 3–4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383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ved Kilevangen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34056" y="2414016"/>
            <a:ext cx="18288" cy="365760"/>
          </a:xfrm>
          <a:prstGeom prst="rect">
            <a:avLst/>
          </a:prstGeom>
          <a:solidFill>
            <a:srgbClr val="D4C4B0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4840" y="2258568"/>
            <a:ext cx="274320" cy="27432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22" name="Shape 20"/>
          <p:cNvSpPr/>
          <p:nvPr/>
        </p:nvSpPr>
        <p:spPr>
          <a:xfrm>
            <a:off x="3977640" y="868680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77640" y="960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Mnd 5–6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7764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Produksjon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6908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Produksjonsstart med leverandor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62856" y="2103120"/>
            <a:ext cx="18288" cy="274320"/>
          </a:xfrm>
          <a:prstGeom prst="rect">
            <a:avLst/>
          </a:prstGeom>
          <a:solidFill>
            <a:srgbClr val="D4C4B0"/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2258568"/>
            <a:ext cx="274320" cy="27432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28" name="Shape 26"/>
          <p:cNvSpPr/>
          <p:nvPr/>
        </p:nvSpPr>
        <p:spPr>
          <a:xfrm>
            <a:off x="5806440" y="2788920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0644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Mnd 6–8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0644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Lansering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97880" y="3383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Salgsstart og markedsforing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91656" y="2414016"/>
            <a:ext cx="18288" cy="365760"/>
          </a:xfrm>
          <a:prstGeom prst="rect">
            <a:avLst/>
          </a:prstGeom>
          <a:solidFill>
            <a:srgbClr val="D4C4B0"/>
          </a:solidFill>
          <a:ln/>
        </p:spPr>
      </p:sp>
      <p:sp>
        <p:nvSpPr>
          <p:cNvPr id="33" name="Shape 31"/>
          <p:cNvSpPr/>
          <p:nvPr/>
        </p:nvSpPr>
        <p:spPr>
          <a:xfrm>
            <a:off x="8092440" y="2258568"/>
            <a:ext cx="274320" cy="27432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34" name="Shape 32"/>
          <p:cNvSpPr/>
          <p:nvPr/>
        </p:nvSpPr>
        <p:spPr>
          <a:xfrm>
            <a:off x="7635240" y="868680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35240" y="960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2–3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3524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Skalering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2668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Nordisk ekspansjon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0456" y="2103120"/>
            <a:ext cx="18288" cy="274320"/>
          </a:xfrm>
          <a:prstGeom prst="rect">
            <a:avLst/>
          </a:prstGeom>
          <a:solidFill>
            <a:srgbClr val="D4C4B0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251960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D4C4B0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425196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C17F59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er her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45736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5625"/>
            </a:avLst>
          </a:prstGeom>
          <a:solidFill>
            <a:srgbClr val="C17F5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Bak Snyteklut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Utviklet av de som kjenner behovet best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1737360"/>
            <a:ext cx="6400800" cy="2560320"/>
          </a:xfrm>
          <a:prstGeom prst="roundRect">
            <a:avLst>
              <a:gd name="adj" fmla="val 4286"/>
            </a:avLst>
          </a:prstGeom>
          <a:solidFill>
            <a:srgbClr val="2D2D3A"/>
          </a:solidFill>
          <a:ln w="9525">
            <a:solidFill>
              <a:srgbClr val="8B5E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1920240"/>
            <a:ext cx="36576" cy="822960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Klinisk erfaring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2240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Utviklet ved Kilevangen bo og rehabilitering med forstehandserfaring fra daglig pasientkontakt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36576" cy="822960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Pasientinnsikt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 forstaelse av pasienters behov, utfordringer og verdighetsopplevelse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0" y="3108960"/>
            <a:ext cx="36576" cy="822960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Faglig nettverk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Profesjonelt nettverk i rehabiliteringsfeltet gir tilgang til beslutningstagere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6576" cy="822960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Troverdighet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Praktisk bakgrunn gir unik troverdighet hos innkjopere og klinisk personell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7315200" cy="731520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1828800"/>
            <a:ext cx="5486400" cy="5486400"/>
          </a:xfrm>
          <a:prstGeom prst="ellipse">
            <a:avLst/>
          </a:prstGeom>
          <a:solidFill>
            <a:srgbClr val="C17F5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45736"/>
            <a:ext cx="9144000" cy="54864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oss snakke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17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Klar for a gjore en forskjell?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2331720"/>
            <a:ext cx="1828800" cy="27432"/>
          </a:xfrm>
          <a:prstGeom prst="rect">
            <a:avLst/>
          </a:prstGeom>
          <a:solidFill>
            <a:srgbClr val="C17F59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260604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2D2D3A"/>
          </a:solidFill>
          <a:ln w="9525">
            <a:solidFill>
              <a:srgbClr val="8B5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697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E-post:  kontakt@snyteklut.no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Telefon:  +47 XXX XX XXX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17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 www.snyteklut.no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411480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C17F59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Bestill provepakke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Pitch Deck 2026</dc:subject>
  <dc:creator>Snyteklut</dc:creator>
  <cp:lastModifiedBy>Snyteklut</cp:lastModifiedBy>
  <cp:revision>1</cp:revision>
  <dcterms:created xsi:type="dcterms:W3CDTF">2026-03-29T06:31:00Z</dcterms:created>
  <dcterms:modified xsi:type="dcterms:W3CDTF">2026-03-29T06:31:00Z</dcterms:modified>
</cp:coreProperties>
</file>